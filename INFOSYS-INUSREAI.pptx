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EE7D0-BB06-4D35-B312-D42661893248}" v="24" dt="2026-03-18T15:02:39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LA SUMANTH" userId="3d42db79c1081292" providerId="LiveId" clId="{4A9BF951-D39B-4B0F-A44A-AD6254A51007}"/>
    <pc:docChg chg="undo custSel addSld modSld modMainMaster">
      <pc:chgData name="KOLLA SUMANTH" userId="3d42db79c1081292" providerId="LiveId" clId="{4A9BF951-D39B-4B0F-A44A-AD6254A51007}" dt="2026-03-18T15:02:39.929" v="112"/>
      <pc:docMkLst>
        <pc:docMk/>
      </pc:docMkLst>
      <pc:sldChg chg="modTransition">
        <pc:chgData name="KOLLA SUMANTH" userId="3d42db79c1081292" providerId="LiveId" clId="{4A9BF951-D39B-4B0F-A44A-AD6254A51007}" dt="2026-03-18T15:02:39.929" v="112"/>
        <pc:sldMkLst>
          <pc:docMk/>
          <pc:sldMk cId="1511516082" sldId="257"/>
        </pc:sldMkLst>
      </pc:sldChg>
      <pc:sldChg chg="modTransition">
        <pc:chgData name="KOLLA SUMANTH" userId="3d42db79c1081292" providerId="LiveId" clId="{4A9BF951-D39B-4B0F-A44A-AD6254A51007}" dt="2026-03-18T15:02:39.929" v="112"/>
        <pc:sldMkLst>
          <pc:docMk/>
          <pc:sldMk cId="3430821603" sldId="258"/>
        </pc:sldMkLst>
      </pc:sldChg>
      <pc:sldChg chg="modTransition">
        <pc:chgData name="KOLLA SUMANTH" userId="3d42db79c1081292" providerId="LiveId" clId="{4A9BF951-D39B-4B0F-A44A-AD6254A51007}" dt="2026-03-18T15:02:39.929" v="112"/>
        <pc:sldMkLst>
          <pc:docMk/>
          <pc:sldMk cId="4249528471" sldId="259"/>
        </pc:sldMkLst>
      </pc:sldChg>
      <pc:sldChg chg="addSp delSp modSp new mod modTransition">
        <pc:chgData name="KOLLA SUMANTH" userId="3d42db79c1081292" providerId="LiveId" clId="{4A9BF951-D39B-4B0F-A44A-AD6254A51007}" dt="2026-03-18T15:02:39.929" v="112"/>
        <pc:sldMkLst>
          <pc:docMk/>
          <pc:sldMk cId="4120913114" sldId="260"/>
        </pc:sldMkLst>
        <pc:spChg chg="add mod">
          <ac:chgData name="KOLLA SUMANTH" userId="3d42db79c1081292" providerId="LiveId" clId="{4A9BF951-D39B-4B0F-A44A-AD6254A51007}" dt="2026-03-18T14:25:23.253" v="4" actId="14100"/>
          <ac:spMkLst>
            <pc:docMk/>
            <pc:sldMk cId="4120913114" sldId="260"/>
            <ac:spMk id="2" creationId="{186EE569-13A2-F81F-B926-7203D032B8F6}"/>
          </ac:spMkLst>
        </pc:spChg>
        <pc:picChg chg="add mod">
          <ac:chgData name="KOLLA SUMANTH" userId="3d42db79c1081292" providerId="LiveId" clId="{4A9BF951-D39B-4B0F-A44A-AD6254A51007}" dt="2026-03-18T14:27:41.599" v="7" actId="1076"/>
          <ac:picMkLst>
            <pc:docMk/>
            <pc:sldMk cId="4120913114" sldId="260"/>
            <ac:picMk id="4" creationId="{84D1CA4C-0C24-1B91-54E9-ACDF86D9009F}"/>
          </ac:picMkLst>
        </pc:picChg>
        <pc:picChg chg="add mod">
          <ac:chgData name="KOLLA SUMANTH" userId="3d42db79c1081292" providerId="LiveId" clId="{4A9BF951-D39B-4B0F-A44A-AD6254A51007}" dt="2026-03-18T14:29:03.183" v="17" actId="14100"/>
          <ac:picMkLst>
            <pc:docMk/>
            <pc:sldMk cId="4120913114" sldId="260"/>
            <ac:picMk id="6" creationId="{570B60E9-E674-3BF2-356F-84C72D13CD2B}"/>
          </ac:picMkLst>
        </pc:picChg>
        <pc:picChg chg="add mod">
          <ac:chgData name="KOLLA SUMANTH" userId="3d42db79c1081292" providerId="LiveId" clId="{4A9BF951-D39B-4B0F-A44A-AD6254A51007}" dt="2026-03-18T14:29:52.741" v="20" actId="1076"/>
          <ac:picMkLst>
            <pc:docMk/>
            <pc:sldMk cId="4120913114" sldId="260"/>
            <ac:picMk id="8" creationId="{CAE2DDD7-A1C9-A78A-2223-FC87F6C64D85}"/>
          </ac:picMkLst>
        </pc:picChg>
        <pc:picChg chg="add del mod">
          <ac:chgData name="KOLLA SUMANTH" userId="3d42db79c1081292" providerId="LiveId" clId="{4A9BF951-D39B-4B0F-A44A-AD6254A51007}" dt="2026-03-18T14:31:07.072" v="26" actId="478"/>
          <ac:picMkLst>
            <pc:docMk/>
            <pc:sldMk cId="4120913114" sldId="260"/>
            <ac:picMk id="10" creationId="{A173DADC-2849-B221-99DB-2303C6015E87}"/>
          </ac:picMkLst>
        </pc:picChg>
        <pc:picChg chg="add mod">
          <ac:chgData name="KOLLA SUMANTH" userId="3d42db79c1081292" providerId="LiveId" clId="{4A9BF951-D39B-4B0F-A44A-AD6254A51007}" dt="2026-03-18T14:31:59.461" v="30" actId="1076"/>
          <ac:picMkLst>
            <pc:docMk/>
            <pc:sldMk cId="4120913114" sldId="260"/>
            <ac:picMk id="12" creationId="{75BF9A38-AC20-BA1E-E8FA-DFFD032472A8}"/>
          </ac:picMkLst>
        </pc:picChg>
      </pc:sldChg>
      <pc:sldChg chg="addSp modSp new mod modTransition">
        <pc:chgData name="KOLLA SUMANTH" userId="3d42db79c1081292" providerId="LiveId" clId="{4A9BF951-D39B-4B0F-A44A-AD6254A51007}" dt="2026-03-18T15:02:39.929" v="112"/>
        <pc:sldMkLst>
          <pc:docMk/>
          <pc:sldMk cId="1493858282" sldId="261"/>
        </pc:sldMkLst>
        <pc:spChg chg="add mod">
          <ac:chgData name="KOLLA SUMANTH" userId="3d42db79c1081292" providerId="LiveId" clId="{4A9BF951-D39B-4B0F-A44A-AD6254A51007}" dt="2026-03-18T14:32:51.215" v="34" actId="255"/>
          <ac:spMkLst>
            <pc:docMk/>
            <pc:sldMk cId="1493858282" sldId="261"/>
            <ac:spMk id="2" creationId="{4AD0E1DF-4E94-FDAA-A809-6CA8D7DB7126}"/>
          </ac:spMkLst>
        </pc:spChg>
        <pc:picChg chg="add mod">
          <ac:chgData name="KOLLA SUMANTH" userId="3d42db79c1081292" providerId="LiveId" clId="{4A9BF951-D39B-4B0F-A44A-AD6254A51007}" dt="2026-03-18T14:33:13.395" v="37" actId="1076"/>
          <ac:picMkLst>
            <pc:docMk/>
            <pc:sldMk cId="1493858282" sldId="261"/>
            <ac:picMk id="4" creationId="{65D7612B-8098-ECA6-9DA5-AEDEFC646D79}"/>
          </ac:picMkLst>
        </pc:picChg>
      </pc:sldChg>
      <pc:sldChg chg="addSp modSp new mod modTransition">
        <pc:chgData name="KOLLA SUMANTH" userId="3d42db79c1081292" providerId="LiveId" clId="{4A9BF951-D39B-4B0F-A44A-AD6254A51007}" dt="2026-03-18T15:02:39.929" v="112"/>
        <pc:sldMkLst>
          <pc:docMk/>
          <pc:sldMk cId="1639179600" sldId="262"/>
        </pc:sldMkLst>
        <pc:spChg chg="add mod">
          <ac:chgData name="KOLLA SUMANTH" userId="3d42db79c1081292" providerId="LiveId" clId="{4A9BF951-D39B-4B0F-A44A-AD6254A51007}" dt="2026-03-18T14:35:30.054" v="43" actId="14100"/>
          <ac:spMkLst>
            <pc:docMk/>
            <pc:sldMk cId="1639179600" sldId="262"/>
            <ac:spMk id="2" creationId="{94EED42A-70E7-C6CA-743B-AEA9F4C22871}"/>
          </ac:spMkLst>
        </pc:spChg>
        <pc:picChg chg="add mod">
          <ac:chgData name="KOLLA SUMANTH" userId="3d42db79c1081292" providerId="LiveId" clId="{4A9BF951-D39B-4B0F-A44A-AD6254A51007}" dt="2026-03-18T14:50:32.751" v="47" actId="14100"/>
          <ac:picMkLst>
            <pc:docMk/>
            <pc:sldMk cId="1639179600" sldId="262"/>
            <ac:picMk id="4" creationId="{18E1F6A4-8DBE-C67F-395F-7AA5B0C3373F}"/>
          </ac:picMkLst>
        </pc:picChg>
        <pc:picChg chg="add mod">
          <ac:chgData name="KOLLA SUMANTH" userId="3d42db79c1081292" providerId="LiveId" clId="{4A9BF951-D39B-4B0F-A44A-AD6254A51007}" dt="2026-03-18T14:51:06.589" v="52" actId="1076"/>
          <ac:picMkLst>
            <pc:docMk/>
            <pc:sldMk cId="1639179600" sldId="262"/>
            <ac:picMk id="6" creationId="{D96EE8E9-352A-81D4-AC69-AADEF640E16C}"/>
          </ac:picMkLst>
        </pc:picChg>
      </pc:sldChg>
      <pc:sldChg chg="addSp modSp new mod modTransition">
        <pc:chgData name="KOLLA SUMANTH" userId="3d42db79c1081292" providerId="LiveId" clId="{4A9BF951-D39B-4B0F-A44A-AD6254A51007}" dt="2026-03-18T15:02:39.929" v="112"/>
        <pc:sldMkLst>
          <pc:docMk/>
          <pc:sldMk cId="2130585319" sldId="263"/>
        </pc:sldMkLst>
        <pc:spChg chg="add mod">
          <ac:chgData name="KOLLA SUMANTH" userId="3d42db79c1081292" providerId="LiveId" clId="{4A9BF951-D39B-4B0F-A44A-AD6254A51007}" dt="2026-03-18T14:52:59.881" v="57" actId="14100"/>
          <ac:spMkLst>
            <pc:docMk/>
            <pc:sldMk cId="2130585319" sldId="263"/>
            <ac:spMk id="2" creationId="{445EAF00-8148-27C7-64A7-814DF5B8461B}"/>
          </ac:spMkLst>
        </pc:spChg>
        <pc:picChg chg="add mod">
          <ac:chgData name="KOLLA SUMANTH" userId="3d42db79c1081292" providerId="LiveId" clId="{4A9BF951-D39B-4B0F-A44A-AD6254A51007}" dt="2026-03-18T14:55:57.649" v="66" actId="1076"/>
          <ac:picMkLst>
            <pc:docMk/>
            <pc:sldMk cId="2130585319" sldId="263"/>
            <ac:picMk id="4" creationId="{1F4A50BA-B82F-ADB3-35B0-20025B588AC0}"/>
          </ac:picMkLst>
        </pc:picChg>
        <pc:picChg chg="add mod">
          <ac:chgData name="KOLLA SUMANTH" userId="3d42db79c1081292" providerId="LiveId" clId="{4A9BF951-D39B-4B0F-A44A-AD6254A51007}" dt="2026-03-18T14:59:30.039" v="76" actId="1076"/>
          <ac:picMkLst>
            <pc:docMk/>
            <pc:sldMk cId="2130585319" sldId="263"/>
            <ac:picMk id="6" creationId="{8914C7B7-D376-5315-A35E-0794B13501C2}"/>
          </ac:picMkLst>
        </pc:picChg>
        <pc:picChg chg="add mod">
          <ac:chgData name="KOLLA SUMANTH" userId="3d42db79c1081292" providerId="LiveId" clId="{4A9BF951-D39B-4B0F-A44A-AD6254A51007}" dt="2026-03-18T14:56:48.689" v="70" actId="1076"/>
          <ac:picMkLst>
            <pc:docMk/>
            <pc:sldMk cId="2130585319" sldId="263"/>
            <ac:picMk id="8" creationId="{BE4207AC-B759-C936-CCFD-245596E32FF0}"/>
          </ac:picMkLst>
        </pc:picChg>
        <pc:picChg chg="add mod">
          <ac:chgData name="KOLLA SUMANTH" userId="3d42db79c1081292" providerId="LiveId" clId="{4A9BF951-D39B-4B0F-A44A-AD6254A51007}" dt="2026-03-18T14:59:28.411" v="75" actId="1076"/>
          <ac:picMkLst>
            <pc:docMk/>
            <pc:sldMk cId="2130585319" sldId="263"/>
            <ac:picMk id="10" creationId="{BA5FF16A-E359-36E9-3CF2-26FD3F9808B0}"/>
          </ac:picMkLst>
        </pc:picChg>
      </pc:sldChg>
      <pc:sldChg chg="addSp delSp modSp new mod modTransition">
        <pc:chgData name="KOLLA SUMANTH" userId="3d42db79c1081292" providerId="LiveId" clId="{4A9BF951-D39B-4B0F-A44A-AD6254A51007}" dt="2026-03-18T15:02:39.929" v="112"/>
        <pc:sldMkLst>
          <pc:docMk/>
          <pc:sldMk cId="3829630949" sldId="264"/>
        </pc:sldMkLst>
        <pc:spChg chg="add mod">
          <ac:chgData name="KOLLA SUMANTH" userId="3d42db79c1081292" providerId="LiveId" clId="{4A9BF951-D39B-4B0F-A44A-AD6254A51007}" dt="2026-03-18T15:00:55.970" v="97" actId="14100"/>
          <ac:spMkLst>
            <pc:docMk/>
            <pc:sldMk cId="3829630949" sldId="264"/>
            <ac:spMk id="2" creationId="{AC133C4C-5233-5CA2-1780-ED5855D3CC17}"/>
          </ac:spMkLst>
        </pc:spChg>
        <pc:spChg chg="add del">
          <ac:chgData name="KOLLA SUMANTH" userId="3d42db79c1081292" providerId="LiveId" clId="{4A9BF951-D39B-4B0F-A44A-AD6254A51007}" dt="2026-03-18T15:00:18.321" v="92" actId="22"/>
          <ac:spMkLst>
            <pc:docMk/>
            <pc:sldMk cId="3829630949" sldId="264"/>
            <ac:spMk id="4" creationId="{2354F2F6-2D9A-78B3-AE87-14B60C8AF278}"/>
          </ac:spMkLst>
        </pc:spChg>
      </pc:sldChg>
      <pc:sldMasterChg chg="modTransition modSldLayout">
        <pc:chgData name="KOLLA SUMANTH" userId="3d42db79c1081292" providerId="LiveId" clId="{4A9BF951-D39B-4B0F-A44A-AD6254A51007}" dt="2026-03-18T15:02:39.929" v="112"/>
        <pc:sldMasterMkLst>
          <pc:docMk/>
          <pc:sldMasterMk cId="2926602592" sldId="2147483648"/>
        </pc:sldMasterMkLst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432759547" sldId="2147483649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3170144758" sldId="2147483650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340984086" sldId="2147483651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3273165520" sldId="2147483652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2859161738" sldId="2147483653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3664293275" sldId="2147483654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2572559126" sldId="2147483655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2182255121" sldId="2147483656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1421384203" sldId="2147483657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376865068" sldId="2147483658"/>
          </pc:sldLayoutMkLst>
        </pc:sldLayoutChg>
        <pc:sldLayoutChg chg="modTransition">
          <pc:chgData name="KOLLA SUMANTH" userId="3d42db79c1081292" providerId="LiveId" clId="{4A9BF951-D39B-4B0F-A44A-AD6254A51007}" dt="2026-03-18T15:02:39.929" v="112"/>
          <pc:sldLayoutMkLst>
            <pc:docMk/>
            <pc:sldMasterMk cId="2926602592" sldId="2147483648"/>
            <pc:sldLayoutMk cId="375267278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F381-EEFB-9935-8C06-B2B5895EB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8F0A9-EEEB-FE1B-D09E-47E470825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DA575-ECD6-D280-7037-D7AD5561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20009-82D4-81BF-A94A-1E2FDDC9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0035A-BE47-3C48-E30E-0787CDE9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759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12439-E735-E60A-D27E-497520F2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07E99-3585-6784-9F42-359914FCE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E2EF7-3490-4848-EEA6-3D082D27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CD0F5-8ED6-715E-1F36-C011C885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8461E-B96D-1DB2-97BE-E657A989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144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D32E-3761-9CEA-A00C-46488BB2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064ED-81A6-FACB-6657-809473C1A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03E53-AEDE-381C-4D4F-EE378864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26F21-1421-77D5-F1B3-09D2B6FB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492F-B247-ECAD-B7F8-C9B19B0B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84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7FB9-00C5-F29F-0647-BB1A348B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7F45E-8810-173E-3645-3F7AECC87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0800D-6039-74A7-7C71-880ECCA8E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62790-BD92-E24D-939C-EB4A5055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E431D-DEF5-C202-FF24-AB170FDD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8B899-3A88-1A84-5281-64156346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165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D84D-D11E-6DFF-3B76-3798341D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22830-35A3-721F-34D6-730B9228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1FED2-273A-FE0B-E9CF-3EACE67AD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46E1D-7172-D71A-4EB8-020FF7BC3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E13CB-A538-98C9-3A75-CE57D8CED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7A1C9-997D-44FC-3537-E19A125F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47FBE-731F-631B-83C3-BDCE5424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426CF5-F431-3F11-47ED-766DE9EA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161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64A4C-03BC-5C33-DBCA-3F65ABB0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2EE97B-1D3D-CEA0-B614-F2019B5F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831BA-E4F3-287F-21F3-126AF002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45332-ACEA-3599-D61A-95C9E983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29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6A6AB-8A0E-E593-E251-3EAA743A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AA9E7-59D3-6846-13E4-D22D2C6B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0192F-144C-C8DD-CF40-1BA769CE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559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6056-2C5C-968B-5FDD-A3D1A5BF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A2E7D-765D-BFB0-5B78-657AFCDD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77B29-D7CA-936D-D2AC-309B93F19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BB861-75BC-B861-6910-36DBBB5D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D6912-A1C4-6475-A05B-DD2F502F2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1572C-3C39-5664-DFDA-90F0B925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255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A06D-C855-FA50-9BBA-676A9214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E48F8-9CB7-7A8E-77CE-89E6E8080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635BC-E43E-B1E1-7BC0-D9A4FC43F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2378C-3478-C7C4-1469-AC525A90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A338F-F786-A932-4D16-C1BA9040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7E9E-FF08-185F-99A7-21AE64F0A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384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B1BD-D567-8305-AF9C-7DC13028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85D78-BE14-637B-817E-7C42B1365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F533B-8B01-CD45-DCF3-AC739F47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4861D-4608-80AF-3EC2-60431A86C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1E2D4-5514-6861-8B83-4D8211E3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65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BFBD01-86D0-F136-46CB-8212466C5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778D1-7C13-7C32-E3D0-D3D9438E8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E8EE4-9DD1-C5A5-0DD7-604DBD11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DFD28-AD68-DD28-3215-DFD43D5AE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BF523-7FBB-F715-B275-C245A1B8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672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B894E-0CC7-D72C-C019-0DB52BBE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8AD75-C151-8667-6CF9-7AA2F572A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87182-6F41-982C-5691-68D617948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F7068-9F19-4E0A-8C42-A66ACBC5C17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F9A1C-200A-32DD-8ACE-7C8097545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0D731-33D4-99DD-848C-83AA73BE9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AC043-BBB8-41F6-9371-BD96FBDE8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0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3C274D-D85C-23BC-C2CB-165B84F75F51}"/>
              </a:ext>
            </a:extLst>
          </p:cNvPr>
          <p:cNvSpPr txBox="1"/>
          <p:nvPr/>
        </p:nvSpPr>
        <p:spPr>
          <a:xfrm>
            <a:off x="2212257" y="1032388"/>
            <a:ext cx="67449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INSURE AI</a:t>
            </a:r>
            <a:endParaRPr lang="en-IN" sz="9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F0F9F-26F8-E700-94AE-B6E08C324C1B}"/>
              </a:ext>
            </a:extLst>
          </p:cNvPr>
          <p:cNvSpPr txBox="1"/>
          <p:nvPr/>
        </p:nvSpPr>
        <p:spPr>
          <a:xfrm>
            <a:off x="5161934" y="3246792"/>
            <a:ext cx="59976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effectLst/>
              </a:rPr>
              <a:t>-Online Corporate Insurance 		using AI</a:t>
            </a:r>
            <a:endParaRPr lang="en-I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233FE-578C-896A-AC28-ED5A52999D44}"/>
              </a:ext>
            </a:extLst>
          </p:cNvPr>
          <p:cNvSpPr txBox="1"/>
          <p:nvPr/>
        </p:nvSpPr>
        <p:spPr>
          <a:xfrm>
            <a:off x="9094839" y="5978013"/>
            <a:ext cx="2908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KOLLA SUMANTH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11516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7E9085-FBC3-A5EB-F34C-3602E00BCA90}"/>
              </a:ext>
            </a:extLst>
          </p:cNvPr>
          <p:cNvSpPr txBox="1"/>
          <p:nvPr/>
        </p:nvSpPr>
        <p:spPr>
          <a:xfrm>
            <a:off x="560438" y="363794"/>
            <a:ext cx="3785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INTRODUCTION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E48AC-BDCF-2A28-FF98-11FDA5C8E6AC}"/>
              </a:ext>
            </a:extLst>
          </p:cNvPr>
          <p:cNvSpPr txBox="1"/>
          <p:nvPr/>
        </p:nvSpPr>
        <p:spPr>
          <a:xfrm>
            <a:off x="1769807" y="1120878"/>
            <a:ext cx="86425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Insure-AI</a:t>
            </a:r>
            <a:r>
              <a:rPr lang="en-US" sz="2000" dirty="0"/>
              <a:t> is a full-stack </a:t>
            </a:r>
            <a:r>
              <a:rPr lang="en-US" sz="2000" b="1" dirty="0"/>
              <a:t>Insurance Management System</a:t>
            </a:r>
            <a:r>
              <a:rPr lang="en-US" sz="2000" dirty="0"/>
              <a:t> developed to simplify and automate the management of insurance policies, users, and agents through a secure and scalable digital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application is designed to address real-world challenges in traditional insurance systems by providing a </a:t>
            </a:r>
            <a:r>
              <a:rPr lang="en-US" sz="2000" b="1" dirty="0"/>
              <a:t>centralized solution</a:t>
            </a:r>
            <a:r>
              <a:rPr lang="en-US" sz="2000" dirty="0"/>
              <a:t> where administrators, agents, and customers can efficiently interact with the system based on their roles.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57361-05F0-EAD5-1531-11DDED90FC35}"/>
              </a:ext>
            </a:extLst>
          </p:cNvPr>
          <p:cNvSpPr txBox="1"/>
          <p:nvPr/>
        </p:nvSpPr>
        <p:spPr>
          <a:xfrm>
            <a:off x="747252" y="3657600"/>
            <a:ext cx="2107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FEATURES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B8BF0-6F8A-68AC-0458-4779C90F9D73}"/>
              </a:ext>
            </a:extLst>
          </p:cNvPr>
          <p:cNvSpPr txBox="1"/>
          <p:nvPr/>
        </p:nvSpPr>
        <p:spPr>
          <a:xfrm>
            <a:off x="1769807" y="4395019"/>
            <a:ext cx="94642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 authentication and authorization with role-based access control, Policy creation and management with full CRUD and soft delete functionality, Role-based workflows for Admin, Agent, and Customer operations, Centralized admin dashboard for system control and monitoring, Location-based agent and service handling using </a:t>
            </a:r>
            <a:r>
              <a:rPr lang="en-US" sz="2000" dirty="0" err="1"/>
              <a:t>pincode</a:t>
            </a:r>
            <a:r>
              <a:rPr lang="en-US" sz="2000" dirty="0"/>
              <a:t>-to-geolocation mapping, RESTful API architecture for seamless system communication, Secure backend implementation with Spring Security, Efficient data handling using MySQL database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30821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6F865-B10A-9F16-A015-AA03CF9B08A6}"/>
              </a:ext>
            </a:extLst>
          </p:cNvPr>
          <p:cNvSpPr txBox="1"/>
          <p:nvPr/>
        </p:nvSpPr>
        <p:spPr>
          <a:xfrm>
            <a:off x="501445" y="206477"/>
            <a:ext cx="7509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effectLst/>
              </a:rPr>
              <a:t>Customer login and registration system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BE43A4-7A00-4D4D-A582-3B1EB66BD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9" y="1074995"/>
            <a:ext cx="5940602" cy="2818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D02298-3A80-82ED-D60D-1DD5A4BAC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752" y="3893574"/>
            <a:ext cx="6084248" cy="29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28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6EE569-13A2-F81F-B926-7203D032B8F6}"/>
              </a:ext>
            </a:extLst>
          </p:cNvPr>
          <p:cNvSpPr txBox="1"/>
          <p:nvPr/>
        </p:nvSpPr>
        <p:spPr>
          <a:xfrm>
            <a:off x="275303" y="88490"/>
            <a:ext cx="7013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effectLst/>
              </a:rPr>
              <a:t>Admin dashboard and access control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1CA4C-0C24-1B91-54E9-ACDF86D9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1" y="796413"/>
            <a:ext cx="5746685" cy="24667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0B60E9-E674-3BF2-356F-84C72D13C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01" y="3263165"/>
            <a:ext cx="5746685" cy="2763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E2DDD7-A1C9-A78A-2223-FC87F6C64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96413"/>
            <a:ext cx="5696604" cy="2419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BF9A38-AC20-BA1E-E8FA-DFFD03247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329" y="3215519"/>
            <a:ext cx="5657946" cy="225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13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0E1DF-4E94-FDAA-A809-6CA8D7DB7126}"/>
              </a:ext>
            </a:extLst>
          </p:cNvPr>
          <p:cNvSpPr txBox="1"/>
          <p:nvPr/>
        </p:nvSpPr>
        <p:spPr>
          <a:xfrm>
            <a:off x="501445" y="481781"/>
            <a:ext cx="6777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0" dirty="0">
                <a:effectLst/>
              </a:rPr>
              <a:t>Admin dashboard and access control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7612B-8098-ECA6-9DA5-AEDEFC646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480310"/>
            <a:ext cx="10677832" cy="502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58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EED42A-70E7-C6CA-743B-AEA9F4C22871}"/>
              </a:ext>
            </a:extLst>
          </p:cNvPr>
          <p:cNvSpPr txBox="1"/>
          <p:nvPr/>
        </p:nvSpPr>
        <p:spPr>
          <a:xfrm>
            <a:off x="462116" y="373627"/>
            <a:ext cx="9216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Agent availability and scheduling management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1F6A4-8DBE-C67F-395F-7AA5B0C33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" y="1495944"/>
            <a:ext cx="6479459" cy="3029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6EE8E9-352A-81D4-AC69-AADEF640E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26" y="4624681"/>
            <a:ext cx="6479460" cy="212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79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EAF00-8148-27C7-64A7-814DF5B8461B}"/>
              </a:ext>
            </a:extLst>
          </p:cNvPr>
          <p:cNvSpPr txBox="1"/>
          <p:nvPr/>
        </p:nvSpPr>
        <p:spPr>
          <a:xfrm>
            <a:off x="275304" y="206477"/>
            <a:ext cx="10095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Customer appointment scheduling and management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A50BA-B82F-ADB3-35B0-20025B58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" y="926428"/>
            <a:ext cx="6086169" cy="2912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4C7B7-D376-5315-A35E-0794B1350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4" y="4127712"/>
            <a:ext cx="6204156" cy="1957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4207AC-B759-C936-CCFD-245596E32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959200"/>
            <a:ext cx="6095999" cy="2880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5FF16A-E359-36E9-3CF2-26FD3F980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760" y="3872073"/>
            <a:ext cx="4984955" cy="267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85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33C4C-5233-5CA2-1780-ED5855D3CC17}"/>
              </a:ext>
            </a:extLst>
          </p:cNvPr>
          <p:cNvSpPr txBox="1"/>
          <p:nvPr/>
        </p:nvSpPr>
        <p:spPr>
          <a:xfrm>
            <a:off x="3411794" y="2556387"/>
            <a:ext cx="4758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THANK 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829630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177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KOLLA SUMANTH</dc:creator>
  <cp:lastModifiedBy>KOLLA SUMANTH</cp:lastModifiedBy>
  <cp:revision>1</cp:revision>
  <dcterms:created xsi:type="dcterms:W3CDTF">2026-03-18T14:08:08Z</dcterms:created>
  <dcterms:modified xsi:type="dcterms:W3CDTF">2026-03-18T15:02:41Z</dcterms:modified>
</cp:coreProperties>
</file>